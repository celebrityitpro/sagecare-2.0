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06934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7"/>
          </a:xfrm>
          <a:custGeom>
            <a:avLst/>
            <a:gdLst/>
            <a:ahLst/>
            <a:cxnLst/>
            <a:rect r="r" b="b" t="t" l="l"/>
            <a:pathLst>
              <a:path h="7557907" w="10692000">
                <a:moveTo>
                  <a:pt x="0" y="0"/>
                </a:moveTo>
                <a:lnTo>
                  <a:pt x="10692000" y="0"/>
                </a:lnTo>
                <a:lnTo>
                  <a:pt x="10692000" y="7557907"/>
                </a:lnTo>
                <a:lnTo>
                  <a:pt x="0" y="755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8"/>
          </a:xfrm>
          <a:custGeom>
            <a:avLst/>
            <a:gdLst/>
            <a:ahLst/>
            <a:cxnLst/>
            <a:rect r="r" b="b" t="t" l="l"/>
            <a:pathLst>
              <a:path h="7557908" w="10692000">
                <a:moveTo>
                  <a:pt x="0" y="0"/>
                </a:moveTo>
                <a:lnTo>
                  <a:pt x="10692000" y="0"/>
                </a:lnTo>
                <a:lnTo>
                  <a:pt x="10692000" y="7557908"/>
                </a:lnTo>
                <a:lnTo>
                  <a:pt x="0" y="7557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85512" cy="7560000"/>
          </a:xfrm>
          <a:custGeom>
            <a:avLst/>
            <a:gdLst/>
            <a:ahLst/>
            <a:cxnLst/>
            <a:rect r="r" b="b" t="t" l="l"/>
            <a:pathLst>
              <a:path h="7560000" w="10685512">
                <a:moveTo>
                  <a:pt x="0" y="0"/>
                </a:moveTo>
                <a:lnTo>
                  <a:pt x="10685512" y="0"/>
                </a:lnTo>
                <a:lnTo>
                  <a:pt x="10685512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7"/>
          </a:xfrm>
          <a:custGeom>
            <a:avLst/>
            <a:gdLst/>
            <a:ahLst/>
            <a:cxnLst/>
            <a:rect r="r" b="b" t="t" l="l"/>
            <a:pathLst>
              <a:path h="7557907" w="10692000">
                <a:moveTo>
                  <a:pt x="0" y="0"/>
                </a:moveTo>
                <a:lnTo>
                  <a:pt x="10692000" y="0"/>
                </a:lnTo>
                <a:lnTo>
                  <a:pt x="10692000" y="7557907"/>
                </a:lnTo>
                <a:lnTo>
                  <a:pt x="0" y="755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4590"/>
          </a:xfrm>
          <a:custGeom>
            <a:avLst/>
            <a:gdLst/>
            <a:ahLst/>
            <a:cxnLst/>
            <a:rect r="r" b="b" t="t" l="l"/>
            <a:pathLst>
              <a:path h="7564590" w="10692000">
                <a:moveTo>
                  <a:pt x="0" y="0"/>
                </a:moveTo>
                <a:lnTo>
                  <a:pt x="10692000" y="0"/>
                </a:lnTo>
                <a:lnTo>
                  <a:pt x="10692000" y="7564590"/>
                </a:lnTo>
                <a:lnTo>
                  <a:pt x="0" y="7564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4590"/>
          </a:xfrm>
          <a:custGeom>
            <a:avLst/>
            <a:gdLst/>
            <a:ahLst/>
            <a:cxnLst/>
            <a:rect r="r" b="b" t="t" l="l"/>
            <a:pathLst>
              <a:path h="7564590" w="10692000">
                <a:moveTo>
                  <a:pt x="0" y="0"/>
                </a:moveTo>
                <a:lnTo>
                  <a:pt x="10692000" y="0"/>
                </a:lnTo>
                <a:lnTo>
                  <a:pt x="10692000" y="7564590"/>
                </a:lnTo>
                <a:lnTo>
                  <a:pt x="0" y="7564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85512" cy="7560000"/>
          </a:xfrm>
          <a:custGeom>
            <a:avLst/>
            <a:gdLst/>
            <a:ahLst/>
            <a:cxnLst/>
            <a:rect r="r" b="b" t="t" l="l"/>
            <a:pathLst>
              <a:path h="7560000" w="10685512">
                <a:moveTo>
                  <a:pt x="0" y="0"/>
                </a:moveTo>
                <a:lnTo>
                  <a:pt x="10685512" y="0"/>
                </a:lnTo>
                <a:lnTo>
                  <a:pt x="10685512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4590"/>
          </a:xfrm>
          <a:custGeom>
            <a:avLst/>
            <a:gdLst/>
            <a:ahLst/>
            <a:cxnLst/>
            <a:rect r="r" b="b" t="t" l="l"/>
            <a:pathLst>
              <a:path h="7564590" w="10692000">
                <a:moveTo>
                  <a:pt x="0" y="0"/>
                </a:moveTo>
                <a:lnTo>
                  <a:pt x="10692000" y="0"/>
                </a:lnTo>
                <a:lnTo>
                  <a:pt x="10692000" y="7564590"/>
                </a:lnTo>
                <a:lnTo>
                  <a:pt x="0" y="7564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7"/>
          </a:xfrm>
          <a:custGeom>
            <a:avLst/>
            <a:gdLst/>
            <a:ahLst/>
            <a:cxnLst/>
            <a:rect r="r" b="b" t="t" l="l"/>
            <a:pathLst>
              <a:path h="7557907" w="10692000">
                <a:moveTo>
                  <a:pt x="0" y="0"/>
                </a:moveTo>
                <a:lnTo>
                  <a:pt x="10692000" y="0"/>
                </a:lnTo>
                <a:lnTo>
                  <a:pt x="10692000" y="7557907"/>
                </a:lnTo>
                <a:lnTo>
                  <a:pt x="0" y="755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4590"/>
          </a:xfrm>
          <a:custGeom>
            <a:avLst/>
            <a:gdLst/>
            <a:ahLst/>
            <a:cxnLst/>
            <a:rect r="r" b="b" t="t" l="l"/>
            <a:pathLst>
              <a:path h="7564590" w="10692000">
                <a:moveTo>
                  <a:pt x="0" y="0"/>
                </a:moveTo>
                <a:lnTo>
                  <a:pt x="10692000" y="0"/>
                </a:lnTo>
                <a:lnTo>
                  <a:pt x="10692000" y="7564590"/>
                </a:lnTo>
                <a:lnTo>
                  <a:pt x="0" y="7564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7"/>
          </a:xfrm>
          <a:custGeom>
            <a:avLst/>
            <a:gdLst/>
            <a:ahLst/>
            <a:cxnLst/>
            <a:rect r="r" b="b" t="t" l="l"/>
            <a:pathLst>
              <a:path h="7557907" w="10692000">
                <a:moveTo>
                  <a:pt x="0" y="0"/>
                </a:moveTo>
                <a:lnTo>
                  <a:pt x="10692000" y="0"/>
                </a:lnTo>
                <a:lnTo>
                  <a:pt x="10692000" y="7557907"/>
                </a:lnTo>
                <a:lnTo>
                  <a:pt x="0" y="755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DAGvY9UsijM</dc:identifier>
  <dcterms:modified xsi:type="dcterms:W3CDTF">2011-08-01T06:04:30Z</dcterms:modified>
  <cp:revision>1</cp:revision>
  <dc:title>Board</dc:title>
</cp:coreProperties>
</file>